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0085388" cy="5761038"/>
  <p:notesSz cx="6858000" cy="9144000"/>
  <p:defaultTextStyle>
    <a:defPPr>
      <a:defRPr lang="nl-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15">
          <p15:clr>
            <a:srgbClr val="A4A3A4"/>
          </p15:clr>
        </p15:guide>
        <p15:guide id="2" pos="317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78"/>
    <p:restoredTop sz="94658"/>
  </p:normalViewPr>
  <p:slideViewPr>
    <p:cSldViewPr snapToGrid="0" snapToObjects="1">
      <p:cViewPr varScale="1">
        <p:scale>
          <a:sx n="143" d="100"/>
          <a:sy n="143" d="100"/>
        </p:scale>
        <p:origin x="920" y="192"/>
      </p:cViewPr>
      <p:guideLst>
        <p:guide orient="horz" pos="1815"/>
        <p:guide pos="317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756404" y="1789657"/>
            <a:ext cx="8572580" cy="1234889"/>
          </a:xfrm>
        </p:spPr>
        <p:txBody>
          <a:bodyPr/>
          <a:lstStyle/>
          <a:p>
            <a:r>
              <a:rPr lang="nl-NL"/>
              <a:t>Titelstijl van model bewerken</a:t>
            </a:r>
          </a:p>
        </p:txBody>
      </p:sp>
      <p:sp>
        <p:nvSpPr>
          <p:cNvPr id="3" name="Subtitel 2"/>
          <p:cNvSpPr>
            <a:spLocks noGrp="1"/>
          </p:cNvSpPr>
          <p:nvPr>
            <p:ph type="subTitle" idx="1"/>
          </p:nvPr>
        </p:nvSpPr>
        <p:spPr>
          <a:xfrm>
            <a:off x="1512808" y="3264589"/>
            <a:ext cx="7059772" cy="147226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 om de titelstijl van het model te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8F07E-94A8-3E45-A25A-D7AA252360FE}" type="datetimeFigureOut">
              <a:rPr lang="nl-NL" smtClean="0"/>
              <a:t>06-08-2026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8D320-24CD-8A40-8A68-D9DD24EF5B3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79317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Titelstijl van model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8F07E-94A8-3E45-A25A-D7AA252360FE}" type="datetimeFigureOut">
              <a:rPr lang="nl-NL" smtClean="0"/>
              <a:t>06-08-2026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8D320-24CD-8A40-8A68-D9DD24EF5B3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92742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96677" y="3702002"/>
            <a:ext cx="8572580" cy="1144207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nl-NL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796677" y="2441773"/>
            <a:ext cx="8572580" cy="126022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 om de tekststijl van het model te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8F07E-94A8-3E45-A25A-D7AA252360FE}" type="datetimeFigureOut">
              <a:rPr lang="nl-NL" smtClean="0"/>
              <a:t>06-08-2026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8D320-24CD-8A40-8A68-D9DD24EF5B3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74705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Titelstijl van model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504270" y="1344243"/>
            <a:ext cx="4454379" cy="380201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5126740" y="1344243"/>
            <a:ext cx="4454379" cy="380201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8F07E-94A8-3E45-A25A-D7AA252360FE}" type="datetimeFigureOut">
              <a:rPr lang="nl-NL" smtClean="0"/>
              <a:t>06-08-2026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8D320-24CD-8A40-8A68-D9DD24EF5B3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0905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04270" y="1289568"/>
            <a:ext cx="4456131" cy="53743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504270" y="1826996"/>
            <a:ext cx="4456131" cy="33192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5123240" y="1289568"/>
            <a:ext cx="4457881" cy="53743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tekststijl van het model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5123240" y="1826996"/>
            <a:ext cx="4457881" cy="33192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8F07E-94A8-3E45-A25A-D7AA252360FE}" type="datetimeFigureOut">
              <a:rPr lang="nl-NL" smtClean="0"/>
              <a:t>06-08-2026</a:t>
            </a:fld>
            <a:endParaRPr lang="nl-NL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8D320-24CD-8A40-8A68-D9DD24EF5B3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68780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Titelstijl van model bewerken</a:t>
            </a:r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8F07E-94A8-3E45-A25A-D7AA252360FE}" type="datetimeFigureOut">
              <a:rPr lang="nl-NL" smtClean="0"/>
              <a:t>06-08-2026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8D320-24CD-8A40-8A68-D9DD24EF5B3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56957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8F07E-94A8-3E45-A25A-D7AA252360FE}" type="datetimeFigureOut">
              <a:rPr lang="nl-NL" smtClean="0"/>
              <a:t>06-08-2026</a:t>
            </a:fld>
            <a:endParaRPr lang="nl-NL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8D320-24CD-8A40-8A68-D9DD24EF5B3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49819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04271" y="229376"/>
            <a:ext cx="3318024" cy="9761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/>
              <a:t>Titelstijl van model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3943106" y="229375"/>
            <a:ext cx="5638012" cy="491688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504271" y="1205551"/>
            <a:ext cx="3318024" cy="39407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 om de tekststijl van het model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8F07E-94A8-3E45-A25A-D7AA252360FE}" type="datetimeFigureOut">
              <a:rPr lang="nl-NL" smtClean="0"/>
              <a:t>06-08-2026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8D320-24CD-8A40-8A68-D9DD24EF5B3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21026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976807" y="4032727"/>
            <a:ext cx="6051233" cy="4760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/>
              <a:t>Titelstijl van model bewerken</a:t>
            </a:r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1976807" y="514759"/>
            <a:ext cx="6051233" cy="345662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1976807" y="4508814"/>
            <a:ext cx="6051233" cy="67612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 om de tekststijl van het model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8F07E-94A8-3E45-A25A-D7AA252360FE}" type="datetimeFigureOut">
              <a:rPr lang="nl-NL" smtClean="0"/>
              <a:t>06-08-2026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8D320-24CD-8A40-8A68-D9DD24EF5B3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130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Titelstijl van model bewerken</a:t>
            </a:r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8F07E-94A8-3E45-A25A-D7AA252360FE}" type="datetimeFigureOut">
              <a:rPr lang="nl-NL" smtClean="0"/>
              <a:t>06-08-2026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8D320-24CD-8A40-8A68-D9DD24EF5B3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14741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7311906" y="230710"/>
            <a:ext cx="2269213" cy="4915552"/>
          </a:xfrm>
        </p:spPr>
        <p:txBody>
          <a:bodyPr vert="eaVert"/>
          <a:lstStyle/>
          <a:p>
            <a:r>
              <a:rPr lang="nl-NL"/>
              <a:t>Titelstijl van model bewerken</a:t>
            </a:r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504269" y="230710"/>
            <a:ext cx="6639547" cy="4915552"/>
          </a:xfrm>
        </p:spPr>
        <p:txBody>
          <a:bodyPr vert="eaVert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8F07E-94A8-3E45-A25A-D7AA252360FE}" type="datetimeFigureOut">
              <a:rPr lang="nl-NL" smtClean="0"/>
              <a:t>06-08-2026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8D320-24CD-8A40-8A68-D9DD24EF5B3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31590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04270" y="230708"/>
            <a:ext cx="9076849" cy="9601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04270" y="1344243"/>
            <a:ext cx="9076849" cy="3802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504270" y="5339631"/>
            <a:ext cx="2353257" cy="3067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8F07E-94A8-3E45-A25A-D7AA252360FE}" type="datetimeFigureOut">
              <a:rPr lang="nl-NL" smtClean="0"/>
              <a:t>06-08-2026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3445841" y="5339631"/>
            <a:ext cx="3193706" cy="3067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7227862" y="5339631"/>
            <a:ext cx="2353257" cy="3067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28D320-24CD-8A40-8A68-D9DD24EF5B3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74702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hthoek 96"/>
          <p:cNvSpPr/>
          <p:nvPr/>
        </p:nvSpPr>
        <p:spPr>
          <a:xfrm>
            <a:off x="676401" y="726874"/>
            <a:ext cx="1406306" cy="31336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SMILE</a:t>
            </a:r>
          </a:p>
        </p:txBody>
      </p:sp>
      <p:sp>
        <p:nvSpPr>
          <p:cNvPr id="98" name="Rechthoek 97"/>
          <p:cNvSpPr/>
          <p:nvPr/>
        </p:nvSpPr>
        <p:spPr>
          <a:xfrm>
            <a:off x="676401" y="1300698"/>
            <a:ext cx="1406306" cy="3133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build</a:t>
            </a:r>
          </a:p>
        </p:txBody>
      </p:sp>
      <p:sp>
        <p:nvSpPr>
          <p:cNvPr id="99" name="Rechthoek 98"/>
          <p:cNvSpPr/>
          <p:nvPr/>
        </p:nvSpPr>
        <p:spPr>
          <a:xfrm>
            <a:off x="676401" y="1810552"/>
            <a:ext cx="1406648" cy="3133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fundamentals</a:t>
            </a:r>
          </a:p>
        </p:txBody>
      </p:sp>
      <p:sp>
        <p:nvSpPr>
          <p:cNvPr id="100" name="Rechthoek 99"/>
          <p:cNvSpPr/>
          <p:nvPr/>
        </p:nvSpPr>
        <p:spPr>
          <a:xfrm>
            <a:off x="7910930" y="2305652"/>
            <a:ext cx="1406648" cy="313367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doxstyle</a:t>
            </a:r>
            <a:endParaRPr lang="en-US" sz="1600" dirty="0"/>
          </a:p>
        </p:txBody>
      </p:sp>
      <p:sp>
        <p:nvSpPr>
          <p:cNvPr id="101" name="Rechthoek 100"/>
          <p:cNvSpPr/>
          <p:nvPr/>
        </p:nvSpPr>
        <p:spPr>
          <a:xfrm>
            <a:off x="665717" y="2320408"/>
            <a:ext cx="1406648" cy="3133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schema</a:t>
            </a:r>
          </a:p>
        </p:txBody>
      </p:sp>
      <p:sp>
        <p:nvSpPr>
          <p:cNvPr id="102" name="Rechthoek 101"/>
          <p:cNvSpPr/>
          <p:nvPr/>
        </p:nvSpPr>
        <p:spPr>
          <a:xfrm>
            <a:off x="665717" y="2813897"/>
            <a:ext cx="1406648" cy="3133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serialize</a:t>
            </a:r>
          </a:p>
        </p:txBody>
      </p:sp>
      <p:sp>
        <p:nvSpPr>
          <p:cNvPr id="103" name="Rechthoek 102"/>
          <p:cNvSpPr/>
          <p:nvPr/>
        </p:nvSpPr>
        <p:spPr>
          <a:xfrm>
            <a:off x="676401" y="4313226"/>
            <a:ext cx="1406648" cy="3133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shapes</a:t>
            </a:r>
          </a:p>
        </p:txBody>
      </p:sp>
      <p:sp>
        <p:nvSpPr>
          <p:cNvPr id="104" name="Rechthoek 103"/>
          <p:cNvSpPr/>
          <p:nvPr/>
        </p:nvSpPr>
        <p:spPr>
          <a:xfrm>
            <a:off x="676401" y="3803755"/>
            <a:ext cx="1406648" cy="3133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smiletool</a:t>
            </a:r>
            <a:endParaRPr lang="en-US" sz="1600" dirty="0"/>
          </a:p>
        </p:txBody>
      </p:sp>
      <p:sp>
        <p:nvSpPr>
          <p:cNvPr id="105" name="Rechthoek 104"/>
          <p:cNvSpPr/>
          <p:nvPr/>
        </p:nvSpPr>
        <p:spPr>
          <a:xfrm>
            <a:off x="6022518" y="1297941"/>
            <a:ext cx="1406648" cy="31336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main</a:t>
            </a:r>
          </a:p>
        </p:txBody>
      </p:sp>
      <p:sp>
        <p:nvSpPr>
          <p:cNvPr id="106" name="Rechthoek 105"/>
          <p:cNvSpPr/>
          <p:nvPr/>
        </p:nvSpPr>
        <p:spPr>
          <a:xfrm>
            <a:off x="7926422" y="726874"/>
            <a:ext cx="1406648" cy="3133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66006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Docs</a:t>
            </a:r>
          </a:p>
        </p:txBody>
      </p:sp>
      <p:sp>
        <p:nvSpPr>
          <p:cNvPr id="107" name="Rechthoek 106"/>
          <p:cNvSpPr/>
          <p:nvPr/>
        </p:nvSpPr>
        <p:spPr>
          <a:xfrm>
            <a:off x="2579962" y="726874"/>
            <a:ext cx="2945299" cy="31336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SKIRT</a:t>
            </a:r>
          </a:p>
        </p:txBody>
      </p:sp>
      <p:sp>
        <p:nvSpPr>
          <p:cNvPr id="109" name="Rechthoek 108"/>
          <p:cNvSpPr/>
          <p:nvPr/>
        </p:nvSpPr>
        <p:spPr>
          <a:xfrm>
            <a:off x="676401" y="155210"/>
            <a:ext cx="8656668" cy="31336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SKIRT project</a:t>
            </a:r>
          </a:p>
        </p:txBody>
      </p:sp>
      <p:sp>
        <p:nvSpPr>
          <p:cNvPr id="110" name="Rechthoek 109"/>
          <p:cNvSpPr/>
          <p:nvPr/>
        </p:nvSpPr>
        <p:spPr>
          <a:xfrm>
            <a:off x="2579963" y="1802786"/>
            <a:ext cx="1406306" cy="313367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fitsio</a:t>
            </a:r>
            <a:endParaRPr lang="en-US" sz="1600" dirty="0"/>
          </a:p>
        </p:txBody>
      </p:sp>
      <p:sp>
        <p:nvSpPr>
          <p:cNvPr id="111" name="Rechthoek 110"/>
          <p:cNvSpPr/>
          <p:nvPr/>
        </p:nvSpPr>
        <p:spPr>
          <a:xfrm>
            <a:off x="2579963" y="1300698"/>
            <a:ext cx="1406306" cy="313367"/>
          </a:xfrm>
          <a:prstGeom prst="rect">
            <a:avLst/>
          </a:prstGeom>
          <a:ln>
            <a:solidFill>
              <a:srgbClr val="3366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resources</a:t>
            </a:r>
          </a:p>
        </p:txBody>
      </p:sp>
      <p:sp>
        <p:nvSpPr>
          <p:cNvPr id="116" name="Rechthoek 115"/>
          <p:cNvSpPr/>
          <p:nvPr/>
        </p:nvSpPr>
        <p:spPr>
          <a:xfrm>
            <a:off x="2579963" y="2806962"/>
            <a:ext cx="1406306" cy="313367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tetgen</a:t>
            </a:r>
            <a:endParaRPr lang="en-US" sz="1600" dirty="0"/>
          </a:p>
        </p:txBody>
      </p:sp>
      <p:sp>
        <p:nvSpPr>
          <p:cNvPr id="117" name="Rechthoek 116"/>
          <p:cNvSpPr/>
          <p:nvPr/>
        </p:nvSpPr>
        <p:spPr>
          <a:xfrm>
            <a:off x="2579963" y="3811138"/>
            <a:ext cx="1406306" cy="3133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utils</a:t>
            </a:r>
          </a:p>
        </p:txBody>
      </p:sp>
      <p:sp>
        <p:nvSpPr>
          <p:cNvPr id="118" name="Rechthoek 117"/>
          <p:cNvSpPr/>
          <p:nvPr/>
        </p:nvSpPr>
        <p:spPr>
          <a:xfrm>
            <a:off x="2579963" y="4313226"/>
            <a:ext cx="1406306" cy="3133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tools</a:t>
            </a:r>
          </a:p>
        </p:txBody>
      </p:sp>
      <p:sp>
        <p:nvSpPr>
          <p:cNvPr id="119" name="Rechthoek 118"/>
          <p:cNvSpPr/>
          <p:nvPr/>
        </p:nvSpPr>
        <p:spPr>
          <a:xfrm>
            <a:off x="2579963" y="2304874"/>
            <a:ext cx="1406306" cy="313367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voro</a:t>
            </a:r>
            <a:endParaRPr lang="en-US" sz="1600" dirty="0"/>
          </a:p>
        </p:txBody>
      </p:sp>
      <p:sp>
        <p:nvSpPr>
          <p:cNvPr id="120" name="Rechthoek 119"/>
          <p:cNvSpPr/>
          <p:nvPr/>
        </p:nvSpPr>
        <p:spPr>
          <a:xfrm>
            <a:off x="2579963" y="3309050"/>
            <a:ext cx="1406306" cy="3133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mpi</a:t>
            </a:r>
            <a:endParaRPr lang="en-US" sz="1600" dirty="0"/>
          </a:p>
        </p:txBody>
      </p:sp>
      <p:sp>
        <p:nvSpPr>
          <p:cNvPr id="121" name="Rechthoek 120"/>
          <p:cNvSpPr/>
          <p:nvPr/>
        </p:nvSpPr>
        <p:spPr>
          <a:xfrm>
            <a:off x="676401" y="3303594"/>
            <a:ext cx="1406648" cy="31336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wizard</a:t>
            </a:r>
          </a:p>
        </p:txBody>
      </p:sp>
      <p:sp>
        <p:nvSpPr>
          <p:cNvPr id="122" name="Rechthoek 121"/>
          <p:cNvSpPr/>
          <p:nvPr/>
        </p:nvSpPr>
        <p:spPr>
          <a:xfrm>
            <a:off x="6022518" y="726874"/>
            <a:ext cx="1406648" cy="3133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MakeUp</a:t>
            </a:r>
            <a:endParaRPr lang="en-US" sz="1600" dirty="0"/>
          </a:p>
        </p:txBody>
      </p:sp>
      <p:sp>
        <p:nvSpPr>
          <p:cNvPr id="123" name="Rechthoek 122"/>
          <p:cNvSpPr/>
          <p:nvPr/>
        </p:nvSpPr>
        <p:spPr>
          <a:xfrm>
            <a:off x="7926422" y="1297941"/>
            <a:ext cx="1406648" cy="313367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templates</a:t>
            </a:r>
          </a:p>
        </p:txBody>
      </p:sp>
      <p:sp>
        <p:nvSpPr>
          <p:cNvPr id="124" name="Rechthoek 123"/>
          <p:cNvSpPr/>
          <p:nvPr/>
        </p:nvSpPr>
        <p:spPr>
          <a:xfrm>
            <a:off x="7907194" y="1807796"/>
            <a:ext cx="1406648" cy="313367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doxygen</a:t>
            </a:r>
            <a:endParaRPr lang="en-US" sz="1600" dirty="0"/>
          </a:p>
        </p:txBody>
      </p:sp>
      <p:sp>
        <p:nvSpPr>
          <p:cNvPr id="53" name="Uitstel 52"/>
          <p:cNvSpPr/>
          <p:nvPr/>
        </p:nvSpPr>
        <p:spPr>
          <a:xfrm>
            <a:off x="1995762" y="4252217"/>
            <a:ext cx="153207" cy="111819"/>
          </a:xfrm>
          <a:prstGeom prst="flowChartDelay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4" name="Uitstel 53"/>
          <p:cNvSpPr/>
          <p:nvPr/>
        </p:nvSpPr>
        <p:spPr>
          <a:xfrm>
            <a:off x="1995762" y="3747845"/>
            <a:ext cx="153207" cy="111819"/>
          </a:xfrm>
          <a:prstGeom prst="flowChartDelay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7" name="Uitstel 56"/>
          <p:cNvSpPr/>
          <p:nvPr/>
        </p:nvSpPr>
        <p:spPr>
          <a:xfrm>
            <a:off x="9240974" y="2267961"/>
            <a:ext cx="153207" cy="111819"/>
          </a:xfrm>
          <a:prstGeom prst="flowChartDelay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8" name="Rechthoek 57"/>
          <p:cNvSpPr/>
          <p:nvPr/>
        </p:nvSpPr>
        <p:spPr>
          <a:xfrm>
            <a:off x="6723982" y="3203691"/>
            <a:ext cx="308884" cy="12790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5" name="Tekstvak 4"/>
          <p:cNvSpPr txBox="1"/>
          <p:nvPr/>
        </p:nvSpPr>
        <p:spPr>
          <a:xfrm>
            <a:off x="7062498" y="3109300"/>
            <a:ext cx="15480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Project or sub-project</a:t>
            </a:r>
          </a:p>
        </p:txBody>
      </p:sp>
      <p:sp>
        <p:nvSpPr>
          <p:cNvPr id="61" name="Tekstvak 60"/>
          <p:cNvSpPr txBox="1"/>
          <p:nvPr/>
        </p:nvSpPr>
        <p:spPr>
          <a:xfrm>
            <a:off x="7049010" y="4712559"/>
            <a:ext cx="18639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Depends on MPI (optional)</a:t>
            </a:r>
          </a:p>
        </p:txBody>
      </p:sp>
      <p:sp>
        <p:nvSpPr>
          <p:cNvPr id="62" name="Rechthoek 61"/>
          <p:cNvSpPr/>
          <p:nvPr/>
        </p:nvSpPr>
        <p:spPr>
          <a:xfrm>
            <a:off x="6723982" y="3448571"/>
            <a:ext cx="308884" cy="127902"/>
          </a:xfrm>
          <a:prstGeom prst="rect">
            <a:avLst/>
          </a:prstGeom>
          <a:noFill/>
          <a:ln>
            <a:solidFill>
              <a:srgbClr val="3366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63" name="Tekstvak 62"/>
          <p:cNvSpPr txBox="1"/>
          <p:nvPr/>
        </p:nvSpPr>
        <p:spPr>
          <a:xfrm>
            <a:off x="7062498" y="3357957"/>
            <a:ext cx="4747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Data</a:t>
            </a:r>
          </a:p>
        </p:txBody>
      </p:sp>
      <p:sp>
        <p:nvSpPr>
          <p:cNvPr id="64" name="Rechthoek 63"/>
          <p:cNvSpPr/>
          <p:nvPr/>
        </p:nvSpPr>
        <p:spPr>
          <a:xfrm>
            <a:off x="6723982" y="3680269"/>
            <a:ext cx="308884" cy="12790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65" name="Tekstvak 64"/>
          <p:cNvSpPr txBox="1"/>
          <p:nvPr/>
        </p:nvSpPr>
        <p:spPr>
          <a:xfrm>
            <a:off x="7062498" y="3594220"/>
            <a:ext cx="11597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Documentation</a:t>
            </a:r>
          </a:p>
        </p:txBody>
      </p:sp>
      <p:pic>
        <p:nvPicPr>
          <p:cNvPr id="6" name="Afbeelding 5" descr="qt_logo_green_rgb_whitespac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309" y="3211714"/>
            <a:ext cx="270333" cy="199216"/>
          </a:xfrm>
          <a:prstGeom prst="rect">
            <a:avLst/>
          </a:prstGeom>
        </p:spPr>
      </p:pic>
      <p:pic>
        <p:nvPicPr>
          <p:cNvPr id="72" name="Afbeelding 71" descr="qt_logo_green_rgb_whitespac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1444" y="1198333"/>
            <a:ext cx="270333" cy="199216"/>
          </a:xfrm>
          <a:prstGeom prst="rect">
            <a:avLst/>
          </a:prstGeom>
        </p:spPr>
      </p:pic>
      <p:pic>
        <p:nvPicPr>
          <p:cNvPr id="73" name="Afbeelding 72" descr="qt_logo_green_rgb_whitespac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5709" y="5030088"/>
            <a:ext cx="270333" cy="199216"/>
          </a:xfrm>
          <a:prstGeom prst="rect">
            <a:avLst/>
          </a:prstGeom>
        </p:spPr>
      </p:pic>
      <p:sp>
        <p:nvSpPr>
          <p:cNvPr id="75" name="Uitstel 74"/>
          <p:cNvSpPr/>
          <p:nvPr/>
        </p:nvSpPr>
        <p:spPr>
          <a:xfrm>
            <a:off x="6882718" y="4530532"/>
            <a:ext cx="153207" cy="111819"/>
          </a:xfrm>
          <a:prstGeom prst="flowChartDelay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6" name="Tekstvak 75"/>
          <p:cNvSpPr txBox="1"/>
          <p:nvPr/>
        </p:nvSpPr>
        <p:spPr>
          <a:xfrm>
            <a:off x="7062498" y="4435523"/>
            <a:ext cx="8669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Executable</a:t>
            </a:r>
          </a:p>
        </p:txBody>
      </p:sp>
      <p:sp>
        <p:nvSpPr>
          <p:cNvPr id="8" name="Afgeronde rechthoek 7"/>
          <p:cNvSpPr/>
          <p:nvPr/>
        </p:nvSpPr>
        <p:spPr>
          <a:xfrm>
            <a:off x="2712622" y="3237139"/>
            <a:ext cx="319740" cy="149160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000" dirty="0"/>
              <a:t>MPI</a:t>
            </a:r>
          </a:p>
        </p:txBody>
      </p:sp>
      <p:sp>
        <p:nvSpPr>
          <p:cNvPr id="82" name="Afgeronde rechthoek 81"/>
          <p:cNvSpPr/>
          <p:nvPr/>
        </p:nvSpPr>
        <p:spPr>
          <a:xfrm>
            <a:off x="6724712" y="4778274"/>
            <a:ext cx="319740" cy="149160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1000" dirty="0"/>
              <a:t>MPI</a:t>
            </a:r>
          </a:p>
        </p:txBody>
      </p:sp>
      <p:sp>
        <p:nvSpPr>
          <p:cNvPr id="85" name="Tekstvak 84"/>
          <p:cNvSpPr txBox="1"/>
          <p:nvPr/>
        </p:nvSpPr>
        <p:spPr>
          <a:xfrm>
            <a:off x="7060090" y="4986166"/>
            <a:ext cx="17883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Depends on </a:t>
            </a:r>
            <a:r>
              <a:rPr lang="en-US" sz="1200" dirty="0" err="1"/>
              <a:t>Qt</a:t>
            </a:r>
            <a:r>
              <a:rPr lang="en-US" sz="1200" dirty="0"/>
              <a:t> (required)</a:t>
            </a:r>
          </a:p>
        </p:txBody>
      </p:sp>
      <p:sp>
        <p:nvSpPr>
          <p:cNvPr id="2" name="Rechthoek 1">
            <a:extLst>
              <a:ext uri="{FF2B5EF4-FFF2-40B4-BE49-F238E27FC236}">
                <a16:creationId xmlns:a16="http://schemas.microsoft.com/office/drawing/2014/main" id="{0331B57A-AB09-B7B0-62FF-04F1819F2DED}"/>
              </a:ext>
            </a:extLst>
          </p:cNvPr>
          <p:cNvSpPr/>
          <p:nvPr/>
        </p:nvSpPr>
        <p:spPr>
          <a:xfrm>
            <a:off x="6723978" y="3922319"/>
            <a:ext cx="308884" cy="127902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EA1EA6C-782D-E7A3-5F3A-4B4AA6615C7A}"/>
              </a:ext>
            </a:extLst>
          </p:cNvPr>
          <p:cNvSpPr txBox="1"/>
          <p:nvPr/>
        </p:nvSpPr>
        <p:spPr>
          <a:xfrm>
            <a:off x="7062494" y="3836270"/>
            <a:ext cx="16698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Third-party source code</a:t>
            </a:r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46421457-9DAE-065C-63B1-E525DD26DF4E}"/>
              </a:ext>
            </a:extLst>
          </p:cNvPr>
          <p:cNvSpPr/>
          <p:nvPr/>
        </p:nvSpPr>
        <p:spPr>
          <a:xfrm>
            <a:off x="6723978" y="4164614"/>
            <a:ext cx="308884" cy="1279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F4393B31-EBF8-0475-8C44-0088B4E3E1FC}"/>
              </a:ext>
            </a:extLst>
          </p:cNvPr>
          <p:cNvSpPr txBox="1"/>
          <p:nvPr/>
        </p:nvSpPr>
        <p:spPr>
          <a:xfrm>
            <a:off x="7062494" y="4078565"/>
            <a:ext cx="9489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Source code</a:t>
            </a:r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6F6E733A-82A6-B5EF-9EC7-A95E3B5E794A}"/>
              </a:ext>
            </a:extLst>
          </p:cNvPr>
          <p:cNvSpPr/>
          <p:nvPr/>
        </p:nvSpPr>
        <p:spPr>
          <a:xfrm>
            <a:off x="4118956" y="1802785"/>
            <a:ext cx="1406306" cy="313367"/>
          </a:xfrm>
          <a:prstGeom prst="rect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geometry</a:t>
            </a:r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F2BA662B-2E00-EF22-4491-731BFC4E5318}"/>
              </a:ext>
            </a:extLst>
          </p:cNvPr>
          <p:cNvSpPr/>
          <p:nvPr/>
        </p:nvSpPr>
        <p:spPr>
          <a:xfrm>
            <a:off x="4118956" y="1300191"/>
            <a:ext cx="1406306" cy="31336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sed</a:t>
            </a:r>
          </a:p>
        </p:txBody>
      </p:sp>
      <p:sp>
        <p:nvSpPr>
          <p:cNvPr id="14" name="Rechthoek 13">
            <a:extLst>
              <a:ext uri="{FF2B5EF4-FFF2-40B4-BE49-F238E27FC236}">
                <a16:creationId xmlns:a16="http://schemas.microsoft.com/office/drawing/2014/main" id="{ABD70DA8-BA53-E61B-59A9-345388D7C7D4}"/>
              </a:ext>
            </a:extLst>
          </p:cNvPr>
          <p:cNvSpPr/>
          <p:nvPr/>
        </p:nvSpPr>
        <p:spPr>
          <a:xfrm>
            <a:off x="4118956" y="2806962"/>
            <a:ext cx="1406306" cy="3133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source</a:t>
            </a:r>
          </a:p>
        </p:txBody>
      </p:sp>
      <p:sp>
        <p:nvSpPr>
          <p:cNvPr id="15" name="Rechthoek 14">
            <a:extLst>
              <a:ext uri="{FF2B5EF4-FFF2-40B4-BE49-F238E27FC236}">
                <a16:creationId xmlns:a16="http://schemas.microsoft.com/office/drawing/2014/main" id="{D9F75CF8-17D6-1A70-F093-38036EB871BA}"/>
              </a:ext>
            </a:extLst>
          </p:cNvPr>
          <p:cNvSpPr/>
          <p:nvPr/>
        </p:nvSpPr>
        <p:spPr>
          <a:xfrm>
            <a:off x="4118956" y="3799873"/>
            <a:ext cx="1406306" cy="3133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medium</a:t>
            </a:r>
          </a:p>
        </p:txBody>
      </p:sp>
      <p:sp>
        <p:nvSpPr>
          <p:cNvPr id="16" name="Rechthoek 15">
            <a:extLst>
              <a:ext uri="{FF2B5EF4-FFF2-40B4-BE49-F238E27FC236}">
                <a16:creationId xmlns:a16="http://schemas.microsoft.com/office/drawing/2014/main" id="{16F64BC4-0FCA-029C-91E3-3725DF971B22}"/>
              </a:ext>
            </a:extLst>
          </p:cNvPr>
          <p:cNvSpPr/>
          <p:nvPr/>
        </p:nvSpPr>
        <p:spPr>
          <a:xfrm>
            <a:off x="4118955" y="4296151"/>
            <a:ext cx="1406306" cy="3133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instrument</a:t>
            </a:r>
          </a:p>
        </p:txBody>
      </p:sp>
      <p:sp>
        <p:nvSpPr>
          <p:cNvPr id="17" name="Rechthoek 16">
            <a:extLst>
              <a:ext uri="{FF2B5EF4-FFF2-40B4-BE49-F238E27FC236}">
                <a16:creationId xmlns:a16="http://schemas.microsoft.com/office/drawing/2014/main" id="{FA3810C1-6D50-7AC5-DD0E-3A36FD65DFA8}"/>
              </a:ext>
            </a:extLst>
          </p:cNvPr>
          <p:cNvSpPr/>
          <p:nvPr/>
        </p:nvSpPr>
        <p:spPr>
          <a:xfrm>
            <a:off x="4118956" y="2307223"/>
            <a:ext cx="1406306" cy="313367"/>
          </a:xfrm>
          <a:prstGeom prst="rect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wavelength</a:t>
            </a:r>
          </a:p>
        </p:txBody>
      </p:sp>
      <p:sp>
        <p:nvSpPr>
          <p:cNvPr id="18" name="Rechthoek 17">
            <a:extLst>
              <a:ext uri="{FF2B5EF4-FFF2-40B4-BE49-F238E27FC236}">
                <a16:creationId xmlns:a16="http://schemas.microsoft.com/office/drawing/2014/main" id="{5B3E05FC-3F2C-E9B1-BC04-961F6903C203}"/>
              </a:ext>
            </a:extLst>
          </p:cNvPr>
          <p:cNvSpPr/>
          <p:nvPr/>
        </p:nvSpPr>
        <p:spPr>
          <a:xfrm>
            <a:off x="4118956" y="3303595"/>
            <a:ext cx="1406306" cy="3133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material</a:t>
            </a:r>
          </a:p>
        </p:txBody>
      </p:sp>
      <p:sp>
        <p:nvSpPr>
          <p:cNvPr id="21" name="Rechthoek 20">
            <a:extLst>
              <a:ext uri="{FF2B5EF4-FFF2-40B4-BE49-F238E27FC236}">
                <a16:creationId xmlns:a16="http://schemas.microsoft.com/office/drawing/2014/main" id="{961A2642-D5C3-C0AB-6659-1FAE483FD906}"/>
              </a:ext>
            </a:extLst>
          </p:cNvPr>
          <p:cNvSpPr/>
          <p:nvPr/>
        </p:nvSpPr>
        <p:spPr>
          <a:xfrm>
            <a:off x="2579962" y="4815314"/>
            <a:ext cx="1406306" cy="3133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field</a:t>
            </a:r>
          </a:p>
        </p:txBody>
      </p:sp>
      <p:sp>
        <p:nvSpPr>
          <p:cNvPr id="22" name="Rechthoek 21">
            <a:extLst>
              <a:ext uri="{FF2B5EF4-FFF2-40B4-BE49-F238E27FC236}">
                <a16:creationId xmlns:a16="http://schemas.microsoft.com/office/drawing/2014/main" id="{CAFE79D9-A69F-8455-7882-69E83E0DCF52}"/>
              </a:ext>
            </a:extLst>
          </p:cNvPr>
          <p:cNvSpPr/>
          <p:nvPr/>
        </p:nvSpPr>
        <p:spPr>
          <a:xfrm>
            <a:off x="2579962" y="5297368"/>
            <a:ext cx="1406306" cy="3133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grain</a:t>
            </a:r>
          </a:p>
        </p:txBody>
      </p:sp>
      <p:sp>
        <p:nvSpPr>
          <p:cNvPr id="23" name="Rechthoek 22">
            <a:extLst>
              <a:ext uri="{FF2B5EF4-FFF2-40B4-BE49-F238E27FC236}">
                <a16:creationId xmlns:a16="http://schemas.microsoft.com/office/drawing/2014/main" id="{D35AC80C-3405-A0E5-4E00-33CA8A9E5726}"/>
              </a:ext>
            </a:extLst>
          </p:cNvPr>
          <p:cNvSpPr/>
          <p:nvPr/>
        </p:nvSpPr>
        <p:spPr>
          <a:xfrm>
            <a:off x="4118955" y="4800589"/>
            <a:ext cx="1406306" cy="3133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probe</a:t>
            </a:r>
          </a:p>
        </p:txBody>
      </p:sp>
      <p:sp>
        <p:nvSpPr>
          <p:cNvPr id="24" name="Rechthoek 23">
            <a:extLst>
              <a:ext uri="{FF2B5EF4-FFF2-40B4-BE49-F238E27FC236}">
                <a16:creationId xmlns:a16="http://schemas.microsoft.com/office/drawing/2014/main" id="{4D07F739-AFA3-BDD8-F227-933439819C4C}"/>
              </a:ext>
            </a:extLst>
          </p:cNvPr>
          <p:cNvSpPr/>
          <p:nvPr/>
        </p:nvSpPr>
        <p:spPr>
          <a:xfrm>
            <a:off x="4118955" y="5302674"/>
            <a:ext cx="1406306" cy="3133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simulation</a:t>
            </a:r>
          </a:p>
        </p:txBody>
      </p:sp>
      <p:sp>
        <p:nvSpPr>
          <p:cNvPr id="25" name="Rechthoek 24">
            <a:extLst>
              <a:ext uri="{FF2B5EF4-FFF2-40B4-BE49-F238E27FC236}">
                <a16:creationId xmlns:a16="http://schemas.microsoft.com/office/drawing/2014/main" id="{FF980D1E-DD7F-C9D5-6662-F7902727BD91}"/>
              </a:ext>
            </a:extLst>
          </p:cNvPr>
          <p:cNvSpPr/>
          <p:nvPr/>
        </p:nvSpPr>
        <p:spPr>
          <a:xfrm>
            <a:off x="6519749" y="3040566"/>
            <a:ext cx="2483005" cy="236405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9" name="Uitstel 18">
            <a:extLst>
              <a:ext uri="{FF2B5EF4-FFF2-40B4-BE49-F238E27FC236}">
                <a16:creationId xmlns:a16="http://schemas.microsoft.com/office/drawing/2014/main" id="{27CC4EA0-DC5C-01FF-F7F9-82AAA5B571E1}"/>
              </a:ext>
            </a:extLst>
          </p:cNvPr>
          <p:cNvSpPr/>
          <p:nvPr/>
        </p:nvSpPr>
        <p:spPr>
          <a:xfrm>
            <a:off x="5448657" y="5255822"/>
            <a:ext cx="153207" cy="111819"/>
          </a:xfrm>
          <a:prstGeom prst="flowChartDelay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96410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60</Words>
  <Application>Microsoft Macintosh PowerPoint</Application>
  <PresentationFormat>Aangepast</PresentationFormat>
  <Paragraphs>44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Office-thema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Peter Camps</dc:creator>
  <cp:lastModifiedBy>Peter Camps</cp:lastModifiedBy>
  <cp:revision>28</cp:revision>
  <dcterms:created xsi:type="dcterms:W3CDTF">2016-12-13T10:15:13Z</dcterms:created>
  <dcterms:modified xsi:type="dcterms:W3CDTF">2026-08-06T11:38:50Z</dcterms:modified>
</cp:coreProperties>
</file>